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33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2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68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0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8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68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9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5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70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34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01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68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57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386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28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69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9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EE878A8-631D-4A24-AF4E-8F050A2B8FD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7D9E63A-8E0D-4475-B0F3-8BF039200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1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20687" y="1541417"/>
            <a:ext cx="8059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3200" dirty="0" smtClean="0">
                <a:solidFill>
                  <a:srgbClr val="92D050"/>
                </a:solidFill>
              </a:rPr>
              <a:t>على شركة ملابس تجارية </a:t>
            </a:r>
            <a:r>
              <a:rPr lang="en-US" sz="3200" dirty="0" smtClean="0">
                <a:solidFill>
                  <a:srgbClr val="92D050"/>
                </a:solidFill>
              </a:rPr>
              <a:t> Odoo </a:t>
            </a:r>
            <a:r>
              <a:rPr lang="ar-EG" sz="3200" dirty="0" smtClean="0">
                <a:solidFill>
                  <a:srgbClr val="92D050"/>
                </a:solidFill>
              </a:rPr>
              <a:t>مشروع تطبيق برنامج </a:t>
            </a:r>
            <a:endParaRPr lang="en-US" sz="3200" dirty="0">
              <a:solidFill>
                <a:srgbClr val="92D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66606" y="3357154"/>
            <a:ext cx="5172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4800" dirty="0" smtClean="0"/>
              <a:t>التخطيط</a:t>
            </a:r>
            <a:r>
              <a:rPr lang="ar-EG" dirty="0" smtClean="0"/>
              <a:t>  </a:t>
            </a:r>
            <a:r>
              <a:rPr lang="ar-EG" sz="4800" dirty="0"/>
              <a:t>العام</a:t>
            </a:r>
            <a:r>
              <a:rPr lang="ar-EG" dirty="0" smtClean="0"/>
              <a:t> </a:t>
            </a:r>
            <a:r>
              <a:rPr lang="ar-EG" sz="4800" dirty="0"/>
              <a:t>للمشروع</a:t>
            </a:r>
            <a:endParaRPr lang="en-US" sz="4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67" y="603613"/>
            <a:ext cx="1643199" cy="164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53589" y="940526"/>
            <a:ext cx="809897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92D050"/>
                </a:solidFill>
              </a:rPr>
              <a:t>Project plan</a:t>
            </a:r>
          </a:p>
          <a:p>
            <a:r>
              <a:rPr lang="en-US" sz="4000" dirty="0" smtClean="0">
                <a:solidFill>
                  <a:srgbClr val="92D050"/>
                </a:solidFill>
              </a:rPr>
              <a:t>Before Start</a:t>
            </a:r>
          </a:p>
          <a:p>
            <a:r>
              <a:rPr lang="en-US" sz="4000" dirty="0" smtClean="0">
                <a:solidFill>
                  <a:srgbClr val="92D050"/>
                </a:solidFill>
              </a:rPr>
              <a:t>What Businesses systems need?</a:t>
            </a:r>
          </a:p>
          <a:p>
            <a:r>
              <a:rPr lang="en-US" sz="4000" dirty="0" smtClean="0">
                <a:solidFill>
                  <a:srgbClr val="92D050"/>
                </a:solidFill>
              </a:rPr>
              <a:t>To answer  this questions</a:t>
            </a:r>
          </a:p>
          <a:p>
            <a:r>
              <a:rPr lang="en-US" sz="4000" dirty="0" smtClean="0">
                <a:solidFill>
                  <a:srgbClr val="92D050"/>
                </a:solidFill>
              </a:rPr>
              <a:t>Do system analysis </a:t>
            </a:r>
          </a:p>
          <a:p>
            <a:r>
              <a:rPr lang="en-US" sz="4000" dirty="0" smtClean="0">
                <a:solidFill>
                  <a:srgbClr val="92D050"/>
                </a:solidFill>
              </a:rPr>
              <a:t>Do system design</a:t>
            </a:r>
          </a:p>
          <a:p>
            <a:r>
              <a:rPr lang="en-US" sz="4000" dirty="0" smtClean="0">
                <a:solidFill>
                  <a:srgbClr val="92D050"/>
                </a:solidFill>
              </a:rPr>
              <a:t>determine gaps  and work on it</a:t>
            </a:r>
          </a:p>
          <a:p>
            <a:endParaRPr lang="en-US" sz="4000" dirty="0" smtClean="0">
              <a:solidFill>
                <a:srgbClr val="92D05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025" y="1417248"/>
            <a:ext cx="1646063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3235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047750"/>
            <a:ext cx="9525000" cy="4762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745" y="1391122"/>
            <a:ext cx="1646063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78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58537" y="992777"/>
            <a:ext cx="901337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400" u="sng" dirty="0"/>
              <a:t>خطة تنفيذ</a:t>
            </a:r>
            <a:r>
              <a:rPr lang="en-US" sz="2400" u="sng" dirty="0"/>
              <a:t> Odoo </a:t>
            </a:r>
            <a:r>
              <a:rPr lang="ar-SA" sz="2400" u="sng" dirty="0"/>
              <a:t>لشركة ملابس تجارية</a:t>
            </a:r>
            <a:endParaRPr lang="en-US" sz="2400" dirty="0"/>
          </a:p>
          <a:p>
            <a:pPr algn="r" rtl="1"/>
            <a:r>
              <a:rPr lang="ar-SA" sz="2400" u="sng" dirty="0"/>
              <a:t>الأقسام الرئيسية التالية</a:t>
            </a:r>
            <a:r>
              <a:rPr lang="en-US" sz="2400" u="sng" dirty="0"/>
              <a:t>:</a:t>
            </a:r>
            <a:endParaRPr lang="en-US" sz="2400" dirty="0"/>
          </a:p>
          <a:p>
            <a:pPr algn="r" rtl="1"/>
            <a:r>
              <a:rPr lang="ar-SA" sz="2400" b="1" dirty="0"/>
              <a:t>1. الملخص التنفيذي</a:t>
            </a:r>
            <a:endParaRPr lang="en-US" sz="2400" dirty="0"/>
          </a:p>
          <a:p>
            <a:pPr lvl="0" algn="r" rtl="1"/>
            <a:r>
              <a:rPr lang="ar-SA" sz="2400" dirty="0"/>
              <a:t>نظرة عامة على المشروع وأهدافه الرئيسية (مثل تحسين إدارة المخزون، تسريع المبيعات، إلخ)</a:t>
            </a:r>
            <a:r>
              <a:rPr lang="en-US" sz="2400" dirty="0"/>
              <a:t>.</a:t>
            </a:r>
          </a:p>
          <a:p>
            <a:pPr lvl="0" algn="r" rtl="1"/>
            <a:r>
              <a:rPr lang="ar-SA" sz="2400" dirty="0"/>
              <a:t>الجدول الزمني المقترح والميزانية التقديرية</a:t>
            </a:r>
            <a:r>
              <a:rPr lang="en-US" sz="2400" dirty="0"/>
              <a:t>.</a:t>
            </a:r>
          </a:p>
          <a:p>
            <a:pPr algn="r" rtl="1"/>
            <a:r>
              <a:rPr lang="ar-SA" sz="2400" b="1" dirty="0"/>
              <a:t>2. وصف الشركة والمتطلبات</a:t>
            </a:r>
            <a:r>
              <a:rPr lang="en-US" sz="2400" b="1" dirty="0"/>
              <a:t>:</a:t>
            </a:r>
            <a:endParaRPr lang="en-US" sz="2400" dirty="0"/>
          </a:p>
          <a:p>
            <a:pPr lvl="0" algn="r" rtl="1"/>
            <a:r>
              <a:rPr lang="ar-SA" sz="2400" b="1" dirty="0"/>
              <a:t>نبذة عن الشركة</a:t>
            </a:r>
            <a:r>
              <a:rPr lang="en-US" sz="2400" b="1" dirty="0"/>
              <a:t>:</a:t>
            </a:r>
            <a:r>
              <a:rPr lang="en-US" sz="2400" dirty="0"/>
              <a:t> </a:t>
            </a:r>
            <a:r>
              <a:rPr lang="ar-SA" sz="2400" dirty="0"/>
              <a:t>نوع الملابس (رجالية/نسائية/أطفال)، عدد الفروع/المتاجر، المخازن</a:t>
            </a:r>
            <a:r>
              <a:rPr lang="en-US" sz="2400" dirty="0"/>
              <a:t>.</a:t>
            </a:r>
          </a:p>
          <a:p>
            <a:pPr lvl="0" algn="r" rtl="1"/>
            <a:r>
              <a:rPr lang="ar-SA" sz="2400" b="1" dirty="0"/>
              <a:t>تحديد المشاكل الحالية</a:t>
            </a:r>
            <a:r>
              <a:rPr lang="en-US" sz="2400" b="1" dirty="0"/>
              <a:t>:</a:t>
            </a:r>
            <a:r>
              <a:rPr lang="en-US" sz="2400" dirty="0"/>
              <a:t> </a:t>
            </a:r>
            <a:r>
              <a:rPr lang="ar-SA" sz="2400" dirty="0"/>
              <a:t>الصعوبات في تتبع المخزون، إدارة الطلبات، المحاسبة، إلخ</a:t>
            </a:r>
            <a:r>
              <a:rPr lang="en-US" sz="2400" dirty="0"/>
              <a:t>.</a:t>
            </a:r>
          </a:p>
          <a:p>
            <a:pPr lvl="0" algn="r" rtl="1"/>
            <a:r>
              <a:rPr lang="ar-SA" sz="2400" b="1" dirty="0"/>
              <a:t>تحديد الأهداف</a:t>
            </a:r>
            <a:r>
              <a:rPr lang="en-US" sz="2400" b="1" dirty="0"/>
              <a:t>:</a:t>
            </a:r>
            <a:r>
              <a:rPr lang="en-US" sz="2400" dirty="0"/>
              <a:t> </a:t>
            </a:r>
            <a:r>
              <a:rPr lang="ar-SA" sz="2400" dirty="0"/>
              <a:t>ما الذي تطمح الشركة لتحقيقه من تطبيق</a:t>
            </a:r>
            <a:r>
              <a:rPr lang="en-US" sz="2400" dirty="0"/>
              <a:t> Odoo</a:t>
            </a:r>
            <a:r>
              <a:rPr lang="ar-SA" sz="2400" dirty="0"/>
              <a:t>؟ </a:t>
            </a:r>
            <a:endParaRPr lang="en-US" sz="2400" dirty="0"/>
          </a:p>
          <a:p>
            <a:pPr lvl="0" algn="r" rtl="1"/>
            <a:r>
              <a:rPr lang="ar-SA" sz="2400" b="1" dirty="0"/>
              <a:t>المتطلبات الوظيفية</a:t>
            </a:r>
            <a:r>
              <a:rPr lang="en-US" sz="2400" b="1" dirty="0"/>
              <a:t>:</a:t>
            </a:r>
            <a:r>
              <a:rPr lang="en-US" sz="2400" dirty="0"/>
              <a:t> </a:t>
            </a:r>
            <a:r>
              <a:rPr lang="ar-SA" sz="2400" dirty="0"/>
              <a:t>قائمة بالوظائف التي يجب أن يدعمها النظام (مثل إدارة دورة حياة المنتج، نقاط البيع، التجارة الإلكترونية)</a:t>
            </a:r>
            <a:r>
              <a:rPr lang="en-US" sz="2400" dirty="0"/>
              <a:t>. </a:t>
            </a:r>
          </a:p>
          <a:p>
            <a:pPr algn="r"/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80" y="646540"/>
            <a:ext cx="1417392" cy="141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12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 thruBlk="1"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8904" y="1227909"/>
            <a:ext cx="98102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800" b="1" dirty="0"/>
              <a:t>3. نطاق العمل والحل المقترح</a:t>
            </a:r>
            <a:r>
              <a:rPr lang="en-US" sz="2800" b="1" dirty="0"/>
              <a:t>:</a:t>
            </a:r>
            <a:endParaRPr lang="en-US" sz="2400" dirty="0"/>
          </a:p>
          <a:p>
            <a:pPr lvl="0" algn="r" rtl="1"/>
            <a:r>
              <a:rPr lang="ar-SA" sz="2800" b="1" dirty="0"/>
              <a:t>تحديد وحدات</a:t>
            </a:r>
            <a:r>
              <a:rPr lang="en-US" sz="2800" b="1" dirty="0"/>
              <a:t> Odoo </a:t>
            </a:r>
            <a:r>
              <a:rPr lang="ar-SA" sz="2800" b="1" dirty="0"/>
              <a:t>المختارة</a:t>
            </a:r>
            <a:r>
              <a:rPr lang="en-US" sz="2800" b="1" dirty="0"/>
              <a:t>:</a:t>
            </a:r>
            <a:endParaRPr lang="en-US" sz="2400" dirty="0"/>
          </a:p>
          <a:p>
            <a:pPr lvl="1" algn="r" rtl="1"/>
            <a:r>
              <a:rPr lang="ar-SA" sz="2800" b="1" dirty="0"/>
              <a:t>المبيعات</a:t>
            </a:r>
            <a:r>
              <a:rPr lang="en-US" sz="2800" b="1" dirty="0"/>
              <a:t> (Sales):</a:t>
            </a:r>
            <a:r>
              <a:rPr lang="en-US" sz="2800" dirty="0"/>
              <a:t> </a:t>
            </a:r>
            <a:r>
              <a:rPr lang="ar-SA" sz="2800" dirty="0"/>
              <a:t>إدارة الطلبات وعلاقات العملاء</a:t>
            </a:r>
            <a:r>
              <a:rPr lang="en-US" sz="2800" dirty="0"/>
              <a:t>.</a:t>
            </a:r>
            <a:endParaRPr lang="en-US" sz="2400" dirty="0"/>
          </a:p>
          <a:p>
            <a:pPr lvl="1" algn="r" rtl="1"/>
            <a:r>
              <a:rPr lang="ar-SA" sz="2800" b="1" dirty="0"/>
              <a:t>المخزون</a:t>
            </a:r>
            <a:r>
              <a:rPr lang="en-US" sz="2800" b="1" dirty="0"/>
              <a:t> (Inventory):</a:t>
            </a:r>
            <a:r>
              <a:rPr lang="en-US" sz="2800" dirty="0"/>
              <a:t> </a:t>
            </a:r>
            <a:r>
              <a:rPr lang="ar-SA" sz="2800" dirty="0"/>
              <a:t>تتبع مستويات المخزون، التحويلات بين الفروع</a:t>
            </a:r>
            <a:r>
              <a:rPr lang="en-US" sz="2800" dirty="0"/>
              <a:t>.</a:t>
            </a:r>
            <a:endParaRPr lang="en-US" sz="2400" dirty="0"/>
          </a:p>
          <a:p>
            <a:pPr lvl="1" algn="r" rtl="1"/>
            <a:r>
              <a:rPr lang="ar-SA" sz="2800" b="1" dirty="0"/>
              <a:t>نقاط البيع </a:t>
            </a:r>
            <a:r>
              <a:rPr lang="en-US" sz="2800" b="1" dirty="0"/>
              <a:t>(Point of Sale - </a:t>
            </a:r>
            <a:r>
              <a:rPr lang="en-US" sz="2800" b="1" dirty="0" err="1"/>
              <a:t>PoS</a:t>
            </a:r>
            <a:r>
              <a:rPr lang="en-US" sz="2800" b="1" dirty="0"/>
              <a:t>):</a:t>
            </a:r>
            <a:r>
              <a:rPr lang="en-US" sz="2800" dirty="0"/>
              <a:t> </a:t>
            </a:r>
            <a:r>
              <a:rPr lang="ar-SA" sz="2800" dirty="0"/>
              <a:t>لإدارة المبيعات في المتاجر الفعلية</a:t>
            </a:r>
            <a:r>
              <a:rPr lang="en-US" sz="2800" dirty="0"/>
              <a:t>.</a:t>
            </a:r>
            <a:endParaRPr lang="en-US" sz="2400" dirty="0"/>
          </a:p>
          <a:p>
            <a:pPr lvl="1" algn="r" rtl="1"/>
            <a:r>
              <a:rPr lang="ar-SA" sz="2800" b="1" dirty="0"/>
              <a:t>المحاسبة</a:t>
            </a:r>
            <a:r>
              <a:rPr lang="en-US" sz="2800" b="1" dirty="0"/>
              <a:t> (Accounting):</a:t>
            </a:r>
            <a:r>
              <a:rPr lang="en-US" sz="2800" dirty="0"/>
              <a:t> </a:t>
            </a:r>
            <a:r>
              <a:rPr lang="ar-SA" sz="2800" dirty="0"/>
              <a:t>الإدارة المالية والفواتير</a:t>
            </a:r>
            <a:r>
              <a:rPr lang="en-US" sz="2800" dirty="0"/>
              <a:t>.</a:t>
            </a:r>
            <a:endParaRPr lang="en-US" sz="2400" dirty="0"/>
          </a:p>
          <a:p>
            <a:pPr lvl="1" algn="r" rtl="1"/>
            <a:r>
              <a:rPr lang="ar-SA" sz="2800" b="1" dirty="0"/>
              <a:t>المشتريات</a:t>
            </a:r>
            <a:r>
              <a:rPr lang="en-US" sz="2800" b="1" dirty="0"/>
              <a:t> (Purchases):</a:t>
            </a:r>
            <a:r>
              <a:rPr lang="en-US" sz="2800" dirty="0"/>
              <a:t> </a:t>
            </a:r>
            <a:r>
              <a:rPr lang="ar-SA" sz="2800" dirty="0"/>
              <a:t>إدارة الموردين وعمليات الشراء</a:t>
            </a:r>
            <a:r>
              <a:rPr lang="en-US" sz="2800" dirty="0"/>
              <a:t>.</a:t>
            </a:r>
            <a:endParaRPr lang="en-US" sz="2400" dirty="0"/>
          </a:p>
          <a:p>
            <a:pPr lvl="0" algn="r" rtl="1"/>
            <a:r>
              <a:rPr lang="ar-SA" sz="2800" b="1" dirty="0"/>
              <a:t>تحديد نطاق التخصيص</a:t>
            </a:r>
            <a:r>
              <a:rPr lang="en-US" sz="2800" b="1" dirty="0"/>
              <a:t> (Customization):</a:t>
            </a:r>
            <a:r>
              <a:rPr lang="en-US" sz="2800" dirty="0"/>
              <a:t> </a:t>
            </a:r>
            <a:r>
              <a:rPr lang="ar-SA" sz="2800" dirty="0"/>
              <a:t>أي تعديلات ضرورية لتناسب سير عمل الشركة (مثل تصميم تقارير خاصة)</a:t>
            </a:r>
            <a:r>
              <a:rPr lang="en-US" sz="2800" dirty="0"/>
              <a:t>. </a:t>
            </a:r>
            <a:endParaRPr lang="en-US" sz="2400" dirty="0"/>
          </a:p>
          <a:p>
            <a:pPr algn="r"/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22" y="685728"/>
            <a:ext cx="1646063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22782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738" y="763087"/>
            <a:ext cx="7499033" cy="516721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65" y="763087"/>
            <a:ext cx="1646063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107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799" y="1201783"/>
            <a:ext cx="8796032" cy="476794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67" y="659602"/>
            <a:ext cx="1646063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81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30</TotalTime>
  <Words>100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IMOKHTAR</dc:creator>
  <cp:lastModifiedBy>IMOKHTAR</cp:lastModifiedBy>
  <cp:revision>10</cp:revision>
  <dcterms:created xsi:type="dcterms:W3CDTF">2025-12-09T20:43:24Z</dcterms:created>
  <dcterms:modified xsi:type="dcterms:W3CDTF">2025-12-09T21:20:29Z</dcterms:modified>
</cp:coreProperties>
</file>